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74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304800" y="0"/>
            <a:ext cx="11887200" cy="1463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5163691"/>
            <a:ext cx="914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5067" dirty="0"/>
          </a:p>
        </p:txBody>
      </p:sp>
      <p:sp>
        <p:nvSpPr>
          <p:cNvPr id="5" name="Text 3"/>
          <p:cNvSpPr/>
          <p:nvPr/>
        </p:nvSpPr>
        <p:spPr>
          <a:xfrm>
            <a:off x="731520" y="4956263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Project</a:t>
            </a:r>
            <a:endParaRPr lang="en-US" sz="2667" dirty="0"/>
          </a:p>
        </p:txBody>
      </p:sp>
      <p:sp>
        <p:nvSpPr>
          <p:cNvPr id="8" name="Shape 6"/>
          <p:cNvSpPr/>
          <p:nvPr/>
        </p:nvSpPr>
        <p:spPr>
          <a:xfrm>
            <a:off x="8412480" y="731520"/>
            <a:ext cx="3169920" cy="316992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9509760" y="2804160"/>
            <a:ext cx="1950720" cy="195072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04800" y="6461760"/>
            <a:ext cx="11887200" cy="396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6461760"/>
            <a:ext cx="11582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1DA65CBD-6E9D-AAC7-3052-47650E3422EB}"/>
              </a:ext>
            </a:extLst>
          </p:cNvPr>
          <p:cNvSpPr/>
          <p:nvPr/>
        </p:nvSpPr>
        <p:spPr>
          <a:xfrm>
            <a:off x="6400800" y="5496523"/>
            <a:ext cx="3169920" cy="316992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5" name="Picture 14" descr="A blue and black shield with a cross&#10;&#10;Description automatically generated">
            <a:extLst>
              <a:ext uri="{FF2B5EF4-FFF2-40B4-BE49-F238E27FC236}">
                <a16:creationId xmlns:a16="http://schemas.microsoft.com/office/drawing/2014/main" id="{CFC02201-C0BA-C4BC-D286-16A682165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3" y="1364025"/>
            <a:ext cx="6135457" cy="3116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This Sprint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added to the platform, ahead of the original roadmap.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8EDF3"/>
          </a:solidFill>
          <a:ln/>
          <a:effectLst>
            <a:outerShdw blurRad="76200" dist="25400" dir="5400000" algn="bl" rotWithShape="0">
              <a:srgbClr val="3A4A5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1268" y="21899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4231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now requires a verified key, closing the platform's last open door.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8EDF3"/>
          </a:solidFill>
          <a:ln/>
          <a:effectLst>
            <a:outerShdw blurRad="76200" dist="25400" dir="5400000" algn="bl" rotWithShape="0">
              <a:srgbClr val="3A4A5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16268" y="21899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93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Coordinator Workflow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4231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coordinator, log care notes, and export the worklist to CSV in one click.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8EDF3"/>
          </a:solidFill>
          <a:ln/>
          <a:effectLst>
            <a:outerShdw blurRad="76200" dist="25400" dir="5400000" algn="bl" rotWithShape="0">
              <a:srgbClr val="3A4A5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1268" y="44759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79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Patient Updates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7091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can revise a patient's clinical details and get an instantly recalculated risk score.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8EDF3"/>
          </a:solidFill>
          <a:ln/>
          <a:effectLst>
            <a:outerShdw blurRad="76200" dist="25400" dir="5400000" algn="bl" rotWithShape="0">
              <a:srgbClr val="3A4A5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297680"/>
            <a:ext cx="685800" cy="6858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16268" y="44759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Risk Alerts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7091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score jump, 15+ points or a band change, now raises an alert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Requirements Specification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 dictionary defining what real patient data we need to generalize beyond the diabetic sample.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74520" y="1828800"/>
            <a:ext cx="914400" cy="9144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20665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Nice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617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/ Partial / Missing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983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per field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198424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182880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&amp; Linkage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74736" y="198424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03336" y="182880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2551176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23957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Details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74736" y="2551176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03336" y="23957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&amp; Severity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3118104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63440" y="29626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&amp; Vitals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74736" y="3118104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03336" y="29626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434840" y="3685032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63440" y="352958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History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74736" y="3685032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403336" y="352958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34840" y="4251960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63440" y="4096512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Determinants (SDOH)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74736" y="4251960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403336" y="4096512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Status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434840" y="481888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663440" y="466344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174736" y="481888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403336" y="466344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434840" y="5989320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guide sourcing of real, de-identified, multi-condition patient data.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</Words>
  <Application>Microsoft Macintosh PowerPoint</Application>
  <PresentationFormat>Widescreen</PresentationFormat>
  <Paragraphs>36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Umair  Amir</cp:lastModifiedBy>
  <cp:revision>2</cp:revision>
  <dcterms:created xsi:type="dcterms:W3CDTF">2026-07-29T19:33:10Z</dcterms:created>
  <dcterms:modified xsi:type="dcterms:W3CDTF">2026-07-29T19:39:33Z</dcterms:modified>
</cp:coreProperties>
</file>